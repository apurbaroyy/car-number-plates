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1737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1450" y="-14"/>
      </p:cViewPr>
      <p:guideLst>
        <p:guide orient="horz" pos="213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9B348-9690-4FA7-93C7-B8A203BF12C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6325" y="1143000"/>
            <a:ext cx="2165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67214-AC21-4C13-A34C-35B2370F4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0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67214-AC21-4C13-A34C-35B2370F43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01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59685" y="1731254"/>
            <a:ext cx="3733897" cy="204993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49118" y="1656257"/>
            <a:ext cx="3749039" cy="45720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19" y="2198526"/>
            <a:ext cx="3566159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 real-time Automatic Number Plate Recognition (ANPR) system that detects vehicle number plates using a webcam, extracts the plate number using OCR, and retrieves vehicle information from a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7824" y="7588900"/>
            <a:ext cx="3826683" cy="3422264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3326" y="7567167"/>
            <a:ext cx="3749039" cy="45720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3947" y="11258617"/>
            <a:ext cx="3721732" cy="3024299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7600" y="11123912"/>
            <a:ext cx="3749039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017" y="11573250"/>
            <a:ext cx="356866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Cascade Classifier: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the number plate from the camera image.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characters from the detected plate image.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Matching: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detected number with stored records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18916" y="8005098"/>
            <a:ext cx="3782612" cy="2543744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4241995" y="7857639"/>
            <a:ext cx="3749039" cy="45720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8387956"/>
            <a:ext cx="328530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webcam detection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Number plate recognition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OCR text extraction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Vehicle information lookup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Save detected plate image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owner details (Name, Location, Country)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9360" y="11258617"/>
            <a:ext cx="3782612" cy="2999844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22553" y="11069120"/>
            <a:ext cx="3749039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SAVED IMAGE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06129" y="1720100"/>
            <a:ext cx="3776347" cy="4013385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06130" y="1665780"/>
            <a:ext cx="3776347" cy="562945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4413" y="2324032"/>
            <a:ext cx="1989738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Vehicle Found: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br>
              <a:rPr dirty="0"/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W659UEN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Apurba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Tangail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Country: Bangladesh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100">
                <a:solidFill>
                  <a:srgbClr val="000000"/>
                </a:solidFill>
              </a:defRPr>
            </a:pPr>
            <a:br>
              <a:rPr dirty="0"/>
            </a:b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Vehicle Not Found: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b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RUS55IA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Vehicle Not Found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N/A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Country: N/A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8134319" y="5927972"/>
            <a:ext cx="3871628" cy="206395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14879" y="5876627"/>
            <a:ext cx="3875356" cy="45720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9276" y="6493028"/>
            <a:ext cx="359536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 vehicle identification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Low-cost implementation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processing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to maintain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Useful for parking &amp; toll plaza checkpoints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9016" y="8134644"/>
            <a:ext cx="3755619" cy="233026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04297" y="8102318"/>
            <a:ext cx="3749039" cy="4572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4412" y="8637444"/>
            <a:ext cx="34481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 Cloud Database Integration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Multiple Camera Support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Face Recognition Integration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Fine Generation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Stolen Vehicle Detection</a:t>
            </a:r>
            <a:b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 Dashboard &amp; Mobile App 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19999" y="14447074"/>
            <a:ext cx="4370235" cy="2853370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Ziaur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 ICT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65800" y="14447075"/>
            <a:ext cx="4415725" cy="2792770"/>
          </a:xfrm>
          <a:prstGeom prst="roundRect">
            <a:avLst>
              <a:gd name="adj" fmla="val 20279"/>
            </a:avLst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NTED BY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Apurba Chandra Roy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IT-23031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 ICT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Mawlana Bhashani Science and Technology University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A84CDBE-22F3-40BA-84FF-A2D1417C0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732" y="1751207"/>
            <a:ext cx="3765556" cy="57796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8BA903E-2BD4-4A81-8BA4-3F8EFD3B1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51" y="3923013"/>
            <a:ext cx="3253099" cy="345931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2880903-871C-473B-BB73-A1A152BB09C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2699"/>
          <a:stretch/>
        </p:blipFill>
        <p:spPr>
          <a:xfrm>
            <a:off x="323313" y="8881755"/>
            <a:ext cx="3653550" cy="20102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255C849-74E5-47FA-8571-C6876143E09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3451"/>
          <a:stretch/>
        </p:blipFill>
        <p:spPr>
          <a:xfrm>
            <a:off x="347519" y="8128334"/>
            <a:ext cx="3629344" cy="6845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1D47019-C4AD-4B84-A3EE-04FAC2E0F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8896" y="4059989"/>
            <a:ext cx="1626020" cy="107357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992D2BA-2D49-4C7F-AAA3-F018BADAB3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0447" y="2506750"/>
            <a:ext cx="1678300" cy="108296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6FFA1EF-E5EA-4FC9-926D-10CB68EDED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4149" y="-13699"/>
            <a:ext cx="12292453" cy="164265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835A01B-B21C-436E-A1C6-EF728C5F489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6482" t="21438" r="17678" b="14334"/>
          <a:stretch/>
        </p:blipFill>
        <p:spPr>
          <a:xfrm>
            <a:off x="129348" y="34433"/>
            <a:ext cx="1613727" cy="1498097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47CB848-786B-4D11-AA4C-FE30E6FE27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1509" y="25750"/>
            <a:ext cx="1887969" cy="14159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8023A5A-47EE-4515-8BCD-2430BB6A74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3042" y="14809676"/>
            <a:ext cx="2824756" cy="2128165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1CFACDD-02AC-41B9-90B2-A11B74BD52F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27968"/>
          <a:stretch/>
        </p:blipFill>
        <p:spPr>
          <a:xfrm>
            <a:off x="4258596" y="11581112"/>
            <a:ext cx="3638844" cy="25491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0" name="Rounded Rectangle 17">
            <a:extLst>
              <a:ext uri="{FF2B5EF4-FFF2-40B4-BE49-F238E27FC236}">
                <a16:creationId xmlns:a16="http://schemas.microsoft.com/office/drawing/2014/main" id="{34131D1C-1F05-4B89-80F8-318AD24DC6DD}"/>
              </a:ext>
            </a:extLst>
          </p:cNvPr>
          <p:cNvSpPr/>
          <p:nvPr/>
        </p:nvSpPr>
        <p:spPr>
          <a:xfrm>
            <a:off x="8179396" y="10755319"/>
            <a:ext cx="3765239" cy="347532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18">
            <a:extLst>
              <a:ext uri="{FF2B5EF4-FFF2-40B4-BE49-F238E27FC236}">
                <a16:creationId xmlns:a16="http://schemas.microsoft.com/office/drawing/2014/main" id="{C2BAA968-9BF6-45A9-9DDD-9AAC1A9D8F0B}"/>
              </a:ext>
            </a:extLst>
          </p:cNvPr>
          <p:cNvSpPr/>
          <p:nvPr/>
        </p:nvSpPr>
        <p:spPr>
          <a:xfrm>
            <a:off x="8189016" y="10704637"/>
            <a:ext cx="3749039" cy="553980"/>
          </a:xfrm>
          <a:prstGeom prst="round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0AD86C7-8A90-4BB2-9AD5-95326BCC1F75}"/>
              </a:ext>
            </a:extLst>
          </p:cNvPr>
          <p:cNvSpPr txBox="1"/>
          <p:nvPr/>
        </p:nvSpPr>
        <p:spPr>
          <a:xfrm>
            <a:off x="8331041" y="11485116"/>
            <a:ext cx="36135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Automatic Number Plate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system successfully detects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number plates, recognizes the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 number using OCR and retrieves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information from a MySQL database.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used for parking,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 toll collection and smart city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322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Asus</dc:creator>
  <cp:keywords/>
  <dc:description>generated using python-pptx</dc:description>
  <cp:lastModifiedBy>Apurba Chandra Roy</cp:lastModifiedBy>
  <cp:revision>5</cp:revision>
  <dcterms:created xsi:type="dcterms:W3CDTF">2013-01-27T09:14:16Z</dcterms:created>
  <dcterms:modified xsi:type="dcterms:W3CDTF">2026-07-24T17:38:18Z</dcterms:modified>
  <cp:category/>
</cp:coreProperties>
</file>